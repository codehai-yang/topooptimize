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486400" cy="5486400"/>
          </a:xfrm>
          <a:prstGeom prst="ellipse">
            <a:avLst/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3200400"/>
            <a:ext cx="3657600" cy="3657600"/>
          </a:xfrm>
          <a:prstGeom prst="ellipse">
            <a:avLst/>
          </a:prstGeom>
          <a:solidFill>
            <a:srgbClr val="F59E0B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2468880"/>
            <a:ext cx="109728" cy="2011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22860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1097280" y="32004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算法平台技术汇报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97280" y="40233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以算法驱动降本增效，打造整车电气设计智能化核心竞争力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097280" y="4754880"/>
            <a:ext cx="3657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4937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汇报对象：管理层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0" y="52578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汇报日期：2026年8月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汇报目录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371600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137160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011680" y="137160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产品全景与价值定位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217920" y="137160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平台整体架构与核心业务价值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029968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29968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202996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011680" y="202996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整车回路计算引擎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17920" y="202996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ProjectCircuitInfoOutput — 一切优化的数据底座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2688336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31520" y="2688336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2688336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011680" y="2688336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线束拓扑优化算法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17920" y="2688336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HarnessBranchTopoOptimize — 分支通断智能寻优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31520" y="3346704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346704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3346704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2011680" y="3346704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控制器位置优化算法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217920" y="3346704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ElecPositionVariantCalculation — 用电器位置智能推荐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4005072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31520" y="4005072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8" name="Text 26"/>
          <p:cNvSpPr/>
          <p:nvPr/>
        </p:nvSpPr>
        <p:spPr>
          <a:xfrm>
            <a:off x="1005840" y="4005072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2011680" y="4005072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配电驱动优化算法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217920" y="4005072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PowerDistributionDriveOptimization — 供电路径全局寻优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31520" y="4663440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4663440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840" y="4663440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2011680" y="46634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质量检查体系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6217920" y="466344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ErrorOutput 检查项矩阵 — 优化前的质量门禁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31520" y="5321808"/>
            <a:ext cx="1069848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731520" y="5321808"/>
            <a:ext cx="73152" cy="56692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Text 36"/>
          <p:cNvSpPr/>
          <p:nvPr/>
        </p:nvSpPr>
        <p:spPr>
          <a:xfrm>
            <a:off x="1005840" y="5321808"/>
            <a:ext cx="822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2011680" y="5321808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产品价值总结与展望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17920" y="5321808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降本数据、技术壁垒与演进路线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产品全景与价值定位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一个平台 · 四大算法引擎 · 全链路质量门禁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平台定位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011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68880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面向整车电气架构设计场景，将人工经验驱动的线束设计，升级为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 + 算法驱动的智能寻优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，在拓扑结构、控制器位置、配电驱动三个维度实现全局成本最优。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3749040"/>
            <a:ext cx="14630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152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导线/接插件/密封 全量计入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77440" y="3749040"/>
            <a:ext cx="14630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37744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重量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37744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回路总重量同步优化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023360" y="3749040"/>
            <a:ext cx="1463040" cy="914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023360" y="379476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023360" y="420624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回路走线最短化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48463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三大优化目标 · 成本权重 98% · 重量/长度各 1%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支持多线程并行计算 · 遗传算法全局寻优 · Top20 方案推荐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31520" y="557784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支持优化过程可中断 · 可恢复 · 可追溯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5040" y="1371600"/>
            <a:ext cx="56692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1371600"/>
            <a:ext cx="73152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四大算法引擎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309360" y="210312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Text 25"/>
          <p:cNvSpPr/>
          <p:nvPr/>
        </p:nvSpPr>
        <p:spPr>
          <a:xfrm>
            <a:off x="6537960" y="2103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整车回路计算引擎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537960" y="2468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构建拓扑图 · 计算回路成本/重量/长度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306324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0" name="Text 28"/>
          <p:cNvSpPr/>
          <p:nvPr/>
        </p:nvSpPr>
        <p:spPr>
          <a:xfrm>
            <a:off x="6537960" y="3063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线束拓扑优化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537960" y="3429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分支通断 B/C/S 遗传寻优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09360" y="40233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6537960" y="4023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控制器位置优化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5379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用电器可变位置智能推荐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309360" y="498348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537960" y="49834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配电驱动优化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537960" y="53492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供电/驱动回路连接关系寻优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产品架构总览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从输入到输出 · 一条完整的数据流水线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整车数据输入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拓扑/回路/用电器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导线库/商务价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87168" y="2798064"/>
            <a:ext cx="19202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Shape 9"/>
          <p:cNvSpPr/>
          <p:nvPr/>
        </p:nvSpPr>
        <p:spPr>
          <a:xfrm>
            <a:off x="2697480" y="201168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97480" y="2011680"/>
            <a:ext cx="201168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269748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质量检查门禁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ErrorOutput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8类检查接口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27448" y="2798064"/>
            <a:ext cx="19202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4"/>
          <p:cNvSpPr/>
          <p:nvPr/>
        </p:nvSpPr>
        <p:spPr>
          <a:xfrm>
            <a:off x="4937760" y="201168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37760" y="2011680"/>
            <a:ext cx="2011680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回路计算引擎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ProjectCircuit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InfoOutput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67728" y="2798064"/>
            <a:ext cx="19202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178040" y="201168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78040" y="2011680"/>
            <a:ext cx="201168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17804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三大优化算法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17804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拓扑/位置/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208008" y="2798064"/>
            <a:ext cx="19202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Shape 24"/>
          <p:cNvSpPr/>
          <p:nvPr/>
        </p:nvSpPr>
        <p:spPr>
          <a:xfrm>
            <a:off x="9418320" y="2011680"/>
            <a:ext cx="201168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418320" y="2011680"/>
            <a:ext cx="201168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9418320" y="20116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Top方案输出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1832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成本/重量/长度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对比与推荐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1124712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4114800"/>
            <a:ext cx="73152" cy="1828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2" name="Text 30"/>
          <p:cNvSpPr/>
          <p:nvPr/>
        </p:nvSpPr>
        <p:spPr>
          <a:xfrm>
            <a:off x="731520" y="4251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核心设计理念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3152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计算与优化解耦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6012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回路计算引擎作为独立底座，所有优化算法复用同一套成本计算逻辑，保证结果一致性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17920" y="466344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检查前置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446520" y="4937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优化前强制执行质量检查，拦截缺失/矛盾数据，避免无效计算消耗算力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多目标加权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96012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 98% + 重量 1% + 长度 1%，以商务成本为核心，兼顾工程指标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217920" y="530352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可中断可恢复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46520" y="557784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OptimizeStopStatusStore 单例管理优化状态，支持随时中断与结果回溯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D4ED8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整车回路计算引擎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ProjectCircuitInfoOutput — 一切优化算法的数据底座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整车回路计算引擎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把整车拓扑图变成可计算的成本账本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7240" y="21488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188720" y="2103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一张图算清整车成本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423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将拓扑分支、回路、用电器、导线库打通，输出整车回路总成本、总重量、总长度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10896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108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88720" y="30632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支持直连接口变更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3832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识别接口直连编号，自动处理用电器位置可变场景，无需人工重新建模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06908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8872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回路智能分类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3434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区分两点回路、多点焊点回路、固定/可变回路，分类计算提升效率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77240" y="502920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188720" y="4983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干湿区差异化计价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5303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识别端点干湿状态，湿区回路计入密封成本，精准反映真实成本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17920" y="1371600"/>
            <a:ext cx="548640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17920" y="1371600"/>
            <a:ext cx="73152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492240" y="1554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计算能力矩阵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492240" y="21488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拓扑建模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503920" y="2148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邻接矩阵 + 全通图双模型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256032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2697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路径搜索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503920" y="2697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两点间全路径枚举 + 最短路径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492240" y="310896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92240" y="3246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成本计算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503920" y="32461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导线商务价 × 长度 + 接插件 + 密封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492240" y="365760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92240" y="37947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重量计算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0" y="37947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导线线径 × 长度 × 密度系数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420624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92240" y="4343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长度计算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3920" y="4343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路径累加 + 分支补充长度(200mm)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492240" y="475488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89204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直径估算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503920" y="4892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数模直径系数 1.14 · 理论系数 1.3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5303520"/>
            <a:ext cx="50292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54406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并发能力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503920" y="54406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 ThreadPool 并行计算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回路计算流程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JSON 输入到成本输出 · 六步标准化流程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14630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46304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数据解析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解析整车 JSON，读取端点、分支、回路、用电器、方案信息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224028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224028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拓扑建模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构建邻接矩阵（含打断状态）与全通图邻接矩阵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017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回路分类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017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区分固定回路/可变回路/焊点回路，成本&lt;4元回路单独处理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80160" y="379476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80160" y="37947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路径搜索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7947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枚举两点间所有路径，计算长度、打断次数、干湿区个数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0160" y="457200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80160" y="45720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1508760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成本核算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4572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按导线库匹配线径，计算导线成本+接插件+密封件成本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80160" y="53492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280160" y="5349240"/>
            <a:ext cx="54864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50876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结果输出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297680" y="53492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输出回路明细 + 整车总成本/总重量/总长度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10B981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线束拓扑优化算法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HarnessBranchTopoOptimize — 分支通断的智能寻优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线束拓扑优化算法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在数千种分支通断组合中，自动找到成本最优解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解决什么问题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整车线束有数百条分支，每条分支有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B(断)/C(通)/S(穿腔)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三种通断状态。不同组合直接影响回路走线长度与成本。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人工设计只能凭经验试错，组合空间可达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10^30+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，无法穷举。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遗传算法全局寻优，突破人工经验上限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支持组团变化、互斥约束、多选一约束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推理引擎可选启用，加速收敛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Top20 方案推荐，保留人工决策空间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56692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73152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分支通断状态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914400" cy="7315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066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断开 (Break)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分支断开，回路需绕行其他路径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108960"/>
            <a:ext cx="9144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连通 (Connect)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分支连通，电流可直接通过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114800"/>
            <a:ext cx="9144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06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穿腔 (Splice)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穿腔连接，涉及密封件成本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约束类型：组团一起变 · 组间互斥 · 组内只保留一个C · 闭环分支限制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拓扑优化 · 遗传算法流程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初代生成 → 评估 → 交叉 → 变异 → 迭代收敛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14630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46304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分支分类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识别固定分支、组团变化分支、可选BC/SC/BS/BSC分支，建立约束模型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224028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224028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初代样本生成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随机生成 ≥1000 个合法方案，通过仓库去重保证多样性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017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成本评估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017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多线程并行调用回路计算引擎，计算每个方案的成本/重量/长度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80160" y="379476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80160" y="37947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Top筛选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7947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 Top1000 方案作为父本，记录最优成本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0160" y="457200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80160" y="45720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1508760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交叉+变异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4572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父本邻域交叉 + 随机变异，生成 ≥10000 个子代方案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80160" y="53492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280160" y="5349240"/>
            <a:ext cx="54864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50876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收敛判断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297680" y="53492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最优解连续6代无变化则终止，否则回到步骤3继续迭代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控制器位置优化算法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ElecPositionVariantCalculation — 用电器位置智能推荐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控制器位置优化算法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控制器放哪里最省钱？算法给出 Top20 推荐方案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解决什么问题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控制器（BCM/CPM等）的位置并非固定，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不同安装位置导致回路走线长度差异巨大。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当多个控制器位置可变时，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组合空间可达 10^15+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，人工无法评估。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自动识别可变位置用电器，无需人工标注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智能分组：关联用电器协同优化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小空间枚举 + 大空间遗传，兼顾精度与效率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Top20 方案对比，支持人工最终决策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56692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73152" cy="47548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智能分组策略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309360" y="2011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按用电器关联性自动分组，分组内协同优化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56032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25603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关联性判定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7960" y="283464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两用电器间回路导线商务价 &gt; 2元 则判定为强关联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309360" y="333756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3375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DFS 分组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537960" y="36118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深度优先搜索将强关联用电器归入同一组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09360" y="411480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Text 24"/>
          <p:cNvSpPr/>
          <p:nvPr/>
        </p:nvSpPr>
        <p:spPr>
          <a:xfrm>
            <a:off x="653796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独立优化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537960" y="438912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组间独立计算，降低搜索空间复杂度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309360" y="4892040"/>
            <a:ext cx="73152" cy="64008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9" name="Text 27"/>
          <p:cNvSpPr/>
          <p:nvPr/>
        </p:nvSpPr>
        <p:spPr>
          <a:xfrm>
            <a:off x="6537960" y="4892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结果合并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537960" y="51663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各组 Top 方案合并，输出整车推荐方案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位置优化 · 自适应算法策略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根据组合空间大小，自动选择最优计算策略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3716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单用电器优化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2608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组合空间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926080" y="17830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个位置点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943600" y="15087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计算策略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43600" y="17830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全枚举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50392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逐一计算用电器在每个可变位置点的成本，直接选出 Top 方案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926080"/>
            <a:ext cx="73152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2926080"/>
            <a:ext cx="2286000" cy="1371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小组多电器优化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92608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组合空间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926080" y="3337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10,000 种组合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计算策略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943600" y="3337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全排列枚举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503920" y="310896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递归生成所有位置排列，多线程并行计算，选 Top20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48056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7200" y="4480560"/>
            <a:ext cx="73152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4480560"/>
            <a:ext cx="2286000" cy="1371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48056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大组多电器优化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926080" y="4617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组合空间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926080" y="48920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10,000 种组合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943600" y="46177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计算策略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43600" y="48920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遗传算法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503920" y="466344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初代10000样本 → 交叉变异 → 迭代收敛，Top20推荐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57200" y="5852160"/>
            <a:ext cx="73152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/>
          <p:nvPr/>
        </p:nvSpPr>
        <p:spPr>
          <a:xfrm>
            <a:off x="731520" y="5897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核心优势：自适应策略保证小空间精度 + 大空间效率，避免组合爆炸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配电驱动优化算法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PowerDistributionDriveOptimization — 供电路径全局寻优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配电驱动优化算法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用电器该接哪个控制器？算法给出最优连接方案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30352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47548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544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解决什么问题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2103120"/>
            <a:ext cx="4754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同一个用电器可能连接到多个控制器/电源点，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不同连接关系导致回路成本差异显著。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需在满足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资源数量限制、组团/互斥约束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前提下，找到成本最优的连接方案。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5661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支持配电回路、驱动回路、主供电回路三类优化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31520" y="4343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8类资源数量限制（大小电流/硬线/高速线缆）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31520" y="47548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组团连接 + 互斥连接约束建模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731520" y="51663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枚举与遗传自适应切换，Top20 方案推荐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035040" y="1371600"/>
            <a:ext cx="5669280" cy="47548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371600"/>
            <a:ext cx="73152" cy="47548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55448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优化类型矩阵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309360" y="2103120"/>
            <a:ext cx="914400" cy="7315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9" name="Text 17"/>
          <p:cNvSpPr/>
          <p:nvPr/>
        </p:nvSpPr>
        <p:spPr>
          <a:xfrm>
            <a:off x="6309360" y="210312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7406640" y="21031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配电回路优化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06640" y="2423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仅优化配电回路 + 主供电回路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09360" y="3108960"/>
            <a:ext cx="914400" cy="7315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6309360" y="310896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7406640" y="3108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驱动回路优化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06640" y="3429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仅优化驱动回路连接关系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309360" y="4114800"/>
            <a:ext cx="914400" cy="7315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4114800"/>
            <a:ext cx="914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740664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全量优化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0664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 + 主供电 + 驱动（含硬线/高速线缆/接地）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约束：组团一起变 · 互斥连接 · 资源数量上限 · 直连接口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配电驱动优化 · 算法流程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枚举优先 · 遗传兜底 · 自适应切换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280160" y="14630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280160" y="146304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1508760" y="14630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回路分类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0" y="14630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按优化类型(3/4/5)筛选配电回路/驱动回路，识别可变连接关系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280160" y="224028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80160" y="2240280"/>
            <a:ext cx="54864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1508760" y="224028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约束建模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297680" y="224028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解析组团连接、互斥连接、8类资源数量限制、直连接口分组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9" name="Text 17"/>
          <p:cNvSpPr/>
          <p:nvPr/>
        </p:nvSpPr>
        <p:spPr>
          <a:xfrm>
            <a:off x="548640" y="3108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280160" y="301752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1280160" y="3017520"/>
            <a:ext cx="54864" cy="685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1508760" y="301752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方案生成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297680" y="301752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生成所有合法连接方案，仓库去重（ConcurrentHashMap 原子操作）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3886200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1280160" y="379476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280160" y="37947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508760" y="379476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策略选择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297680" y="379476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方案数 ≤ 100 走枚举；&gt; 100 走遗传算法（初代1000样本）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548640" y="4663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280160" y="457200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1280160" y="4572000"/>
            <a:ext cx="54864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1508760" y="457200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成本评估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297680" y="457200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多线程并行调用回路计算引擎，计算每个方案成本/重量/长度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5440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1280160" y="5349240"/>
            <a:ext cx="1033272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280160" y="5349240"/>
            <a:ext cx="54864" cy="6858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0" name="Text 38"/>
          <p:cNvSpPr/>
          <p:nvPr/>
        </p:nvSpPr>
        <p:spPr>
          <a:xfrm>
            <a:off x="1508760" y="5349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迭代收敛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297680" y="5349240"/>
            <a:ext cx="7132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交叉概率0.7，连续1代无变化或10代空代则终止，输出Top20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EF4444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质量检查体系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ErrorOutput 检查项矩阵 — 优化前的质量门禁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质量检查体系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8大检查接口 · 覆盖整车设计全链路 · 优化前强制门禁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12471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3716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为什么需要质量检查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优化算法依赖完整的整车数据。若输入数据存在缺失、矛盾、格式错误，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轻则计算结果失真，重则算法崩溃、算力浪费。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质量检查体系在优化前强制执行，</a:t>
            </a:r>
            <a:pPr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拦截问题数据，保障优化结果可信。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3017520"/>
            <a:ext cx="73152" cy="77724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BunLenErrorOuput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分支长度/关键尺寸/项目基本信息缺失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200400"/>
            <a:ext cx="1005840" cy="36576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200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第2页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301752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80760" y="3017520"/>
            <a:ext cx="73152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6263640" y="30632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TopoErrorOutput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端点/分支重复、接口直连编号、连通性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78440" y="3200400"/>
            <a:ext cx="1005840" cy="36576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1" name="Text 19"/>
          <p:cNvSpPr/>
          <p:nvPr/>
        </p:nvSpPr>
        <p:spPr>
          <a:xfrm>
            <a:off x="10378440" y="320040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88620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88620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CircuitErrorOutput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回路用电器/导线选型/信号名/属性缺失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069080"/>
            <a:ext cx="10058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第3页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388620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0760" y="388620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6263640" y="39319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ElecLocationErrorOutput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4206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用电器位置缺失/不在分支端点上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0378440" y="4069080"/>
            <a:ext cx="10058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10378440" y="406908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第4页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57200" y="475488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57200" y="4754880"/>
            <a:ext cx="73152" cy="7772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HarnessBranchTopoOptiErrorOutPut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分支通断变种/组团/互斥/闭环约束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4937760"/>
            <a:ext cx="1005840" cy="36576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9" name="Text 37"/>
          <p:cNvSpPr/>
          <p:nvPr/>
        </p:nvSpPr>
        <p:spPr>
          <a:xfrm>
            <a:off x="4754880" y="4937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拓扑优化前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080760" y="475488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080760" y="4754880"/>
            <a:ext cx="73152" cy="77724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2" name="Text 40"/>
          <p:cNvSpPr/>
          <p:nvPr/>
        </p:nvSpPr>
        <p:spPr>
          <a:xfrm>
            <a:off x="626364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ElecPositionVariantOutput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6364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用电器位置变种点设置合法性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10378440" y="4937760"/>
            <a:ext cx="1005840" cy="36576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45" name="Text 43"/>
          <p:cNvSpPr/>
          <p:nvPr/>
        </p:nvSpPr>
        <p:spPr>
          <a:xfrm>
            <a:off x="10378440" y="493776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位置优化前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57200" y="56235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57200" y="5623560"/>
            <a:ext cx="73152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8" name="Text 46"/>
          <p:cNvSpPr/>
          <p:nvPr/>
        </p:nvSpPr>
        <p:spPr>
          <a:xfrm>
            <a:off x="640080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PowerTopoOptimizeErrorOutput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640080" y="5943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用电器变种点不在分支/未选择/数量过多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5806440"/>
            <a:ext cx="1005840" cy="36576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1" name="Text 49"/>
          <p:cNvSpPr/>
          <p:nvPr/>
        </p:nvSpPr>
        <p:spPr>
          <a:xfrm>
            <a:off x="4754880" y="5806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配电优化前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6080760" y="5623560"/>
            <a:ext cx="548640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6080760" y="5623560"/>
            <a:ext cx="73152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4" name="Text 52"/>
          <p:cNvSpPr/>
          <p:nvPr/>
        </p:nvSpPr>
        <p:spPr>
          <a:xfrm>
            <a:off x="6263640" y="5669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PowerDistributionDriveErrorOuput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263640" y="59436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回路类型/导线选型/组团互斥矛盾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10378440" y="5806440"/>
            <a:ext cx="1005840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7" name="Text 55"/>
          <p:cNvSpPr/>
          <p:nvPr/>
        </p:nvSpPr>
        <p:spPr>
          <a:xfrm>
            <a:off x="10378440" y="58064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配电优化前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 · 检查项详情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级别阻断优化 · Warning 级别提示用户</a:t>
            </a:r>
            <a:endParaRPr lang="en-US" sz="12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112471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  <a:gridCol w="3200400"/>
              </a:tblGrid>
              <a:tr h="685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检查接口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检查项（阻断优化）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Warning 检查项（提示）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BunLenError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分支长度缺失 · 关键尺寸缺失 · 项目基本信息缺失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端点重复 · 分支重复 · 起终点缺失 · 接口编号错误 · 分支不连通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CircuitError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起点/终点用电器缺失 · 导线选型缺失/不存在 · 属性选择错误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信号名缺失 · 属性缺失 · 所属系统缺失 · 接口编号缺失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用电器位置缺失 · 用电器不在分支端点上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TopoOptiError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分支未选通断变种 · 整车不连通 · 组团未同时选BC · 互斥矛盾 · 闭环分支只选S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PowerDriveError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回路类型缺失 · 导线选型缺失 · 起终点缺失 · 组团互斥矛盾 · 回路类型不匹配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所属系统缺失 · 信号名缺失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5943600"/>
            <a:ext cx="73152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检查结果以 JSON 输出，前端按 Error/Warning 分级展示，Error 项阻断优化流程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4572000" cy="4572000"/>
          </a:xfrm>
          <a:prstGeom prst="ellipse">
            <a:avLst/>
          </a:prstGeom>
          <a:solidFill>
            <a:srgbClr val="F59E0B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560320"/>
            <a:ext cx="109728" cy="1645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1188720" y="22860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1188720" y="30175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产品价值总结与展望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887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降本数据 · 技术壁垒 · 演进路线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产品价值总结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四大算法引擎 · 三大优化目标 · 全链路质量保障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828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算法引擎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回路计算 + 拓扑/位置/配电优化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3716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371600"/>
            <a:ext cx="73152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333756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Top方案推荐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3756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保留人工决策空间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3716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371600"/>
            <a:ext cx="73152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621792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质量检查接口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21792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优化前强制门禁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098280" y="1371600"/>
            <a:ext cx="269748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098280" y="1371600"/>
            <a:ext cx="73152" cy="1828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9098280" y="1554480"/>
            <a:ext cx="2697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9098280" y="228600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成本权重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9098280" y="2606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以商务成本为核心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474720"/>
            <a:ext cx="11247120" cy="2651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7200" y="3474720"/>
            <a:ext cx="73152" cy="26517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73152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技术壁垒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31520" y="40233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组合爆炸求解能力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86868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遗传算法 + 自适应策略（枚举/遗传切换），可处理 10^30+ 组合空间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480560" y="40233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3" name="Text 31"/>
          <p:cNvSpPr/>
          <p:nvPr/>
        </p:nvSpPr>
        <p:spPr>
          <a:xfrm>
            <a:off x="461772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工程约束建模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61772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组团变化、互斥约束、多选一、资源数量限制、直连接口，覆盖真实设计场景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229600" y="402336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6" name="Text 34"/>
          <p:cNvSpPr/>
          <p:nvPr/>
        </p:nvSpPr>
        <p:spPr>
          <a:xfrm>
            <a:off x="8366760" y="4023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计算与优化解耦架构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8366760" y="429768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回路计算引擎独立复用，三大优化算法共享同一成本逻辑，结果可追溯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1520" y="49834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9" name="Text 37"/>
          <p:cNvSpPr/>
          <p:nvPr/>
        </p:nvSpPr>
        <p:spPr>
          <a:xfrm>
            <a:off x="868680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多线程并行计算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86868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ThreadPool + ConcurrentHashMap 原子去重，万级方案分钟级完成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480560" y="49834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2" name="Text 40"/>
          <p:cNvSpPr/>
          <p:nvPr/>
        </p:nvSpPr>
        <p:spPr>
          <a:xfrm>
            <a:off x="4617720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全链路质量门禁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61772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8大检查接口，Error阻断 + Warning提示，保障优化输入质量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8229600" y="49834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49834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可中断可恢复</a:t>
            </a:r>
            <a:endParaRPr lang="en-US" sz="1150" dirty="0"/>
          </a:p>
        </p:txBody>
      </p:sp>
      <p:sp>
        <p:nvSpPr>
          <p:cNvPr id="46" name="Text 44"/>
          <p:cNvSpPr/>
          <p:nvPr/>
        </p:nvSpPr>
        <p:spPr>
          <a:xfrm>
            <a:off x="8366760" y="525780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OptimizeStopStatusStore 单例状态管理，支持随时中断与结果保留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121615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演进路线与展望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从规则驱动到数据驱动 · 从单点优化到全局智能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73152" cy="3657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算法平台已就绪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四大算法引擎落地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8类质量检查门禁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Top20方案推荐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27248" y="3200400"/>
            <a:ext cx="14630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5" name="Shape 13"/>
          <p:cNvSpPr/>
          <p:nvPr/>
        </p:nvSpPr>
        <p:spPr>
          <a:xfrm>
            <a:off x="3291840" y="14630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1463040"/>
            <a:ext cx="73152" cy="36576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Shape 15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2900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能力增强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AI推理引擎加速收敛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历史方案学习与推荐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7472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优化过程可视化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61888" y="3200400"/>
            <a:ext cx="14630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4630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1463040"/>
            <a:ext cx="73152" cy="3657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Shape 24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12648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中期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6364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全局协同优化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0936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拓扑+位置+配电联合优化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0936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多车型方案复用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0936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成本预测模型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8796528" y="3200400"/>
            <a:ext cx="146304" cy="73152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Shape 31"/>
          <p:cNvSpPr/>
          <p:nvPr/>
        </p:nvSpPr>
        <p:spPr>
          <a:xfrm>
            <a:off x="8961120" y="1463040"/>
            <a:ext cx="2651760" cy="3657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961120" y="1463040"/>
            <a:ext cx="73152" cy="3657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Shape 33"/>
          <p:cNvSpPr/>
          <p:nvPr/>
        </p:nvSpPr>
        <p:spPr>
          <a:xfrm>
            <a:off x="8961120" y="1463040"/>
            <a:ext cx="2651760" cy="5486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Text 34"/>
          <p:cNvSpPr/>
          <p:nvPr/>
        </p:nvSpPr>
        <p:spPr>
          <a:xfrm>
            <a:off x="8961120" y="14630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远期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098280" y="21031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智能设计平台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144000" y="26517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自动生成初始拓扑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144000" y="32004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设计规则自动学习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144000" y="374904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竞品方案对标分析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5394960"/>
            <a:ext cx="11247120" cy="914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57200" y="5394960"/>
            <a:ext cx="7315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3" name="Text 41"/>
          <p:cNvSpPr/>
          <p:nvPr/>
        </p:nvSpPr>
        <p:spPr>
          <a:xfrm>
            <a:off x="73152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以算法驱动降本增效，让每一米导线、每一个接插件都物尽其用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731520" y="58978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· 技术产品汇报 · 2026年8月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整车线束智能优化算法平台  |  技术产品汇报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24712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整车线束智能优化算法平台</dc:title>
  <dc:subject>PptxGenJS Presentation</dc:subject>
  <dc:creator>线束优化算法团队</dc:creator>
  <cp:lastModifiedBy>线束优化算法团队</cp:lastModifiedBy>
  <cp:revision>1</cp:revision>
  <dcterms:created xsi:type="dcterms:W3CDTF">2026-08-07T08:25:22Z</dcterms:created>
  <dcterms:modified xsi:type="dcterms:W3CDTF">2026-08-07T08:25:22Z</dcterms:modified>
</cp:coreProperties>
</file>